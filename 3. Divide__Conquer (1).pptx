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twUGJI8vpJtHlzp/O50O1LJ97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Divide and Conquer</a:t>
            </a:r>
            <a:br>
              <a:rPr lang="en-US"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Technique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Week-3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DSA-II Lab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Find Maximum and Minimum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1588" y="789927"/>
            <a:ext cx="10515600" cy="57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Arial"/>
              <a:buNone/>
            </a:pPr>
            <a:r>
              <a:rPr lang="en-US" sz="22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Divide-and-Conquer algorithm:</a:t>
            </a:r>
            <a:r>
              <a:rPr lang="en-US" sz="22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procedure </a:t>
            </a:r>
            <a:r>
              <a:rPr lang="en-US" sz="22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Rmaxmin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     //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index #,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	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 			                    //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output parameters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case: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		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A[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–1:		if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&lt;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then 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else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else:		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)/2;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call </a:t>
            </a:r>
            <a:r>
              <a:rPr lang="en-US" sz="22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Rmaxmin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call </a:t>
            </a:r>
            <a:r>
              <a:rPr lang="en-US" sz="22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Rmaxmin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MAX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MIN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end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end;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Find Maximum Subarray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7" name="Google Shape;97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38540" y="1778972"/>
            <a:ext cx="396157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6848669" y="2425959"/>
            <a:ext cx="435739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Brute Force Approach</a:t>
            </a:r>
            <a:endParaRPr sz="2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Find Maximum Subarray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4" name="Google Shape;104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5780" y="1360161"/>
            <a:ext cx="9325836" cy="5339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Find Maximum Subarray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0" name="Google Shape;110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95040" y="1531606"/>
            <a:ext cx="5918944" cy="48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Practices(Solve using divide and conquer technique)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370113" y="1915566"/>
            <a:ext cx="1137421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Count total even numbers in an array using divide and conquer technique.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Count total vowels in a string using divide and conquer technique.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Find the largest pair in a given array.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AutoNum type="arabicPeriod"/>
            </a:pP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Given an array of size n, return </a:t>
            </a:r>
            <a:r>
              <a:rPr lang="en-US" sz="2000" b="0" i="1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the majority </a:t>
            </a:r>
            <a:r>
              <a:rPr lang="en-US" sz="2000" b="0" i="1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element</a:t>
            </a:r>
            <a:r>
              <a:rPr lang="en-US" sz="2000" b="0" i="0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.The</a:t>
            </a: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 majority element is the element that appears more than ⌊n/2⌋ times. You may assume that the majority element always exists in the array.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You are given a list of students who have name, id and </a:t>
            </a:r>
            <a:r>
              <a:rPr lang="en-US" sz="2000" dirty="0" err="1">
                <a:latin typeface="Lucida Sans"/>
                <a:ea typeface="Lucida Sans"/>
                <a:cs typeface="Lucida Sans"/>
                <a:sym typeface="Lucida Sans"/>
              </a:rPr>
              <a:t>cgpa</a:t>
            </a: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. Your task is to find the student with highest </a:t>
            </a:r>
            <a:r>
              <a:rPr lang="en-US" sz="2000" dirty="0" err="1">
                <a:latin typeface="Lucida Sans"/>
                <a:ea typeface="Lucida Sans"/>
                <a:cs typeface="Lucida Sans"/>
                <a:sym typeface="Lucida Sans"/>
              </a:rPr>
              <a:t>cgpa</a:t>
            </a: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. [ you can’t sort the list]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latin typeface="Lucida Sans"/>
                <a:ea typeface="Lucida Sans"/>
                <a:cs typeface="Lucida Sans"/>
                <a:sym typeface="Lucida Sans"/>
              </a:rPr>
              <a:t>Find second maximum and second minimum element in a given array. 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Practices(Solve using divide and conquer technique)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3" name="Google Shape;12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836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6. Given an integer array </a:t>
            </a:r>
            <a:r>
              <a:rPr lang="en-US" sz="2000" b="0" i="0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nums</a:t>
            </a: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, count</a:t>
            </a:r>
            <a:r>
              <a:rPr lang="en-US" sz="2000" b="0" i="1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 the number of smaller elements to the right of </a:t>
            </a:r>
            <a:r>
              <a:rPr lang="en-US" sz="2000" b="0" i="0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nums</a:t>
            </a: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lang="en-US" sz="2000" b="0" i="0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]. </a:t>
            </a:r>
            <a:endParaRPr sz="2000" b="0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Lucida Sans"/>
              <a:buNone/>
            </a:pP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 </a:t>
            </a:r>
            <a:endParaRPr sz="1600" b="0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Example 1:</a:t>
            </a:r>
            <a:endParaRPr sz="1600" b="1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Input: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nums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= [5,2,6,1]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Output: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[2,1,1,0]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Explanation: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To the right of 5 there are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smaller elements (2 and 1). To the right of 2 there is only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smaller element (1). To the right of 6 there is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smaller element (1). To the right of 1 there is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smaller element.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Example 2:</a:t>
            </a:r>
            <a:endParaRPr sz="1600" b="1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Input: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nums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= [-1]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Output: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[0] </a:t>
            </a:r>
            <a:endParaRPr dirty="0"/>
          </a:p>
        </p:txBody>
      </p:sp>
      <p:sp>
        <p:nvSpPr>
          <p:cNvPr id="124" name="Google Shape;124;p7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469</Words>
  <Application>Microsoft Office PowerPoint</Application>
  <PresentationFormat>Widescreen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Lucida Sans</vt:lpstr>
      <vt:lpstr>Times New Roman</vt:lpstr>
      <vt:lpstr>Office Theme</vt:lpstr>
      <vt:lpstr>Divide and Conquer Technique</vt:lpstr>
      <vt:lpstr>Find Maximum and Minimum</vt:lpstr>
      <vt:lpstr>Find Maximum Subarray</vt:lpstr>
      <vt:lpstr>Find Maximum Subarray</vt:lpstr>
      <vt:lpstr>Find Maximum Subarray</vt:lpstr>
      <vt:lpstr>Practices(Solve using divide and conquer technique)</vt:lpstr>
      <vt:lpstr>Practices(Solve using divide and conquer technique)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 Technique</dc:title>
  <dc:creator>1705040 - Umama Rahman</dc:creator>
  <cp:lastModifiedBy>Admin</cp:lastModifiedBy>
  <cp:revision>5</cp:revision>
  <dcterms:created xsi:type="dcterms:W3CDTF">2024-07-01T15:08:16Z</dcterms:created>
  <dcterms:modified xsi:type="dcterms:W3CDTF">2026-03-07T06:11:14Z</dcterms:modified>
</cp:coreProperties>
</file>