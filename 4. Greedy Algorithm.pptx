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gZhPX3fx555EHBzMUIlpHhGOx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Greedy Algorithm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DSA II Lab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Week-5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Activity Selection Problem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9030" y="1868229"/>
            <a:ext cx="6439500" cy="380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Fractional Knapsack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Lucida Sans"/>
                <a:ea typeface="Lucida Sans"/>
                <a:cs typeface="Lucida Sans"/>
                <a:sym typeface="Lucida Sans"/>
              </a:rPr>
              <a:t>Given weights and values of n items, you have to put as much as possible items in a knapsack of capacity W.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>
                <a:latin typeface="Lucida Sans"/>
                <a:ea typeface="Lucida Sans"/>
                <a:cs typeface="Lucida Sans"/>
                <a:sym typeface="Lucida Sans"/>
              </a:rPr>
              <a:t>Steps to solve the problem: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Lucida Sans"/>
                <a:ea typeface="Lucida Sans"/>
                <a:cs typeface="Lucida Sans"/>
                <a:sym typeface="Lucida Sans"/>
              </a:rPr>
              <a:t>Sort the items based on per unit value in descending order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Lucida Sans"/>
                <a:ea typeface="Lucida Sans"/>
                <a:cs typeface="Lucida Sans"/>
                <a:sym typeface="Lucida Sans"/>
              </a:rPr>
              <a:t>Pick an item.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latin typeface="Lucida Sans"/>
                <a:ea typeface="Lucida Sans"/>
                <a:cs typeface="Lucida Sans"/>
                <a:sym typeface="Lucida Sans"/>
              </a:rPr>
              <a:t>If the weight(w)of that item &lt;= Remaining capacity of knapsack(W), take the entire element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latin typeface="Lucida Sans"/>
                <a:ea typeface="Lucida Sans"/>
                <a:cs typeface="Lucida Sans"/>
                <a:sym typeface="Lucida Sans"/>
              </a:rPr>
              <a:t>Otherwise, take as much as possible of that item to fill the knapsack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latin typeface="Lucida Sans"/>
                <a:ea typeface="Lucida Sans"/>
                <a:cs typeface="Lucida Sans"/>
                <a:sym typeface="Lucida Sans"/>
              </a:rPr>
              <a:t>Continue step 2 until the knapsack is full.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Greedy Coin Change Problems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0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Given a value of </a:t>
            </a:r>
            <a:r>
              <a:rPr b="1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V </a:t>
            </a:r>
            <a:r>
              <a:rPr b="0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Rs and an infinite supply of each of the denominations {1, 2, 5, 10, 20, 50, 100, 500, 1000} valued coins/notes, The task is to find the minimum number of coins and/or notes needed to make the change?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Steps to solve the problem: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Sort the available coins in descending order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Find the largest denomination that is smaller than the remaining element. Add the denomination to the count, Subtract the value of denomination from the amount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18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Keep finding until the amount &gt; 0 .</a:t>
            </a:r>
            <a:endParaRPr sz="18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Practice problems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604934" y="1834956"/>
            <a:ext cx="1120762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GB" sz="2000">
                <a:latin typeface="Lucida Sans"/>
                <a:ea typeface="Lucida Sans"/>
                <a:cs typeface="Lucida Sans"/>
                <a:sym typeface="Lucida Sans"/>
              </a:rPr>
              <a:t>Polycarp plays a well-known computer game (we won't mention its name). In this game, he can craft tools of two types — shovels and swords.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GB" sz="20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To craft a shovel, Polycarp spends two sticks and one diamond;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lang="en-GB" sz="20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to craft a sword, Polycarp spends two diamonds and one stick.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GB" sz="2000">
                <a:latin typeface="Lucida Sans"/>
                <a:ea typeface="Lucida Sans"/>
                <a:cs typeface="Lucida Sans"/>
                <a:sym typeface="Lucida Sans"/>
              </a:rPr>
              <a:t>Each tool can be sold for exactly one dollar. How many dollars can Polycarp earn, if he has a sticks and b diamonds?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Practice problems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604934" y="1483567"/>
            <a:ext cx="11207620" cy="470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00000"/>
              <a:buNone/>
            </a:pPr>
            <a:r>
              <a:rPr b="1" i="0" lang="en-GB" sz="2600" u="none" strike="noStrike">
                <a:solidFill>
                  <a:srgbClr val="202020"/>
                </a:solidFill>
                <a:latin typeface="Lucida Sans"/>
                <a:ea typeface="Lucida Sans"/>
                <a:cs typeface="Lucida Sans"/>
                <a:sym typeface="Lucida Sans"/>
              </a:rPr>
              <a:t>2. Check if it is possible to survive on an Island.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ct val="100000"/>
              <a:buNone/>
            </a:pPr>
            <a:r>
              <a:rPr b="1" i="0" lang="en-GB" sz="2600" u="none" strike="noStrike">
                <a:solidFill>
                  <a:srgbClr val="20202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b="0" i="0" sz="3200" u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3138"/>
              </a:buClr>
              <a:buSzPct val="100000"/>
              <a:buNone/>
            </a:pP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Jarif got stuck on an island. There is only one shop on this island, and it is open on all days of the week except for Sunday. Consider following constraints: </a:t>
            </a:r>
            <a:endParaRPr b="0" i="0" sz="2500" u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3138"/>
              </a:buClr>
              <a:buSzPct val="100000"/>
              <a:buNone/>
            </a:pP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N – The maximum unit of food you can buy each day. 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3138"/>
              </a:buClr>
              <a:buSzPct val="100000"/>
              <a:buNone/>
            </a:pP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S – Number of days you are required to survive. 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3138"/>
              </a:buClr>
              <a:buSzPct val="100000"/>
              <a:buNone/>
            </a:pP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M – Unit of food required each day to survive. 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3138"/>
              </a:buClr>
              <a:buSzPct val="100000"/>
              <a:buNone/>
            </a:pP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Currently, it’s Monday, and he needs to survive for the next </a:t>
            </a:r>
            <a:r>
              <a:rPr b="1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‘S’ </a:t>
            </a: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days. </a:t>
            </a:r>
            <a:endParaRPr b="0" i="0" sz="2500" u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53138"/>
              </a:buClr>
              <a:buSzPct val="100000"/>
              <a:buNone/>
            </a:pP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Find the minimum number of days on which you need to buy food from the shop so that he can survive the next ‘</a:t>
            </a:r>
            <a:r>
              <a:rPr b="1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S’ </a:t>
            </a:r>
            <a:r>
              <a:rPr b="0" i="0" lang="en-GB" sz="2500" u="none" strike="noStrike">
                <a:solidFill>
                  <a:srgbClr val="253138"/>
                </a:solidFill>
                <a:latin typeface="Lucida Sans"/>
                <a:ea typeface="Lucida Sans"/>
                <a:cs typeface="Lucida Sans"/>
                <a:sym typeface="Lucida Sans"/>
              </a:rPr>
              <a:t>days or determine that it isn’t possible to survive. </a:t>
            </a:r>
            <a:endParaRPr b="0" i="0" sz="2500" u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ct val="100000"/>
              <a:buNone/>
            </a:pPr>
            <a:r>
              <a:rPr b="1" i="0" lang="en-GB" sz="2200" u="none" strike="noStrike">
                <a:solidFill>
                  <a:srgbClr val="92D050"/>
                </a:solidFill>
                <a:latin typeface="Lucida Sans"/>
                <a:ea typeface="Lucida Sans"/>
                <a:cs typeface="Lucida Sans"/>
                <a:sym typeface="Lucida Sans"/>
              </a:rPr>
              <a:t>Example 1: </a:t>
            </a:r>
            <a:endParaRPr b="0" i="0" sz="2200" u="none" strike="noStrike">
              <a:solidFill>
                <a:srgbClr val="92D05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i="0" lang="en-GB" sz="22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Input: S = 10, N = 16, M = 2 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i="0" lang="en-GB" sz="22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Output: 2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Practice problems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604934" y="1483567"/>
            <a:ext cx="11207620" cy="470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600"/>
              <a:buNone/>
            </a:pPr>
            <a:r>
              <a:rPr b="1" lang="en-GB" sz="2600" u="none" strike="noStrike">
                <a:solidFill>
                  <a:srgbClr val="202020"/>
                </a:solidFill>
                <a:latin typeface="Lucida Sans"/>
                <a:ea typeface="Lucida Sans"/>
                <a:cs typeface="Lucida Sans"/>
                <a:sym typeface="Lucida Sans"/>
              </a:rPr>
              <a:t>3. </a:t>
            </a: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Following items are available in a grocery shop: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➢ 12 kilogram rice grain which costs 840 taka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➢ 10 kilogram salt which costs 870 taka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➢ 8 kilogram saffron powder which costs 2000 taka and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➢ 5 kilogram sugar which costs 500 taka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A group of thieves (Thief 1, Thief 2, … Thief M) have come to steal from that shop, </a:t>
            </a:r>
            <a:r>
              <a:rPr b="1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each with a knapsack of capacity 9 kg</a:t>
            </a: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. The thieves are entering in serial, Thief 2 enters after Thief 1 is done with stealing, Thief 3 enters after Thief 2 is done with stealing and so on. Since each thief wants to maximize his/her profit, </a:t>
            </a:r>
            <a:r>
              <a:rPr b="1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how many thieves </a:t>
            </a: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will be needed in the group to empty the grocery shop and </a:t>
            </a:r>
            <a:r>
              <a:rPr b="1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what are the items </a:t>
            </a:r>
            <a:r>
              <a:rPr b="0" lang="en-GB" sz="18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that each of those thieves carry? </a:t>
            </a:r>
            <a:r>
              <a:rPr lang="en-GB" sz="18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Also print each thief’s profit.</a:t>
            </a:r>
            <a:endParaRPr b="0" sz="3200" u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Practice problems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604934" y="1483567"/>
            <a:ext cx="11207620" cy="470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800"/>
              <a:buNone/>
            </a:pPr>
            <a:r>
              <a:rPr b="1" lang="en-GB">
                <a:solidFill>
                  <a:srgbClr val="202020"/>
                </a:solidFill>
                <a:latin typeface="Lucida Sans"/>
                <a:ea typeface="Lucida Sans"/>
                <a:cs typeface="Lucida Sans"/>
                <a:sym typeface="Lucida Sans"/>
              </a:rPr>
              <a:t>4. </a:t>
            </a:r>
            <a:r>
              <a:rPr b="0" i="0" lang="en-GB" sz="20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You are given the arrival and the departure times of eight trains for a railway platform, and each one is in the format: [arrival time, departure time). Only one train can use the platform at a time. There must be at least 1 unit time gap between 2 consecutive trains. Suppose that you have got the following train-use requests for the next day.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0" i="0" lang="en-GB" sz="20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{ [8, 12), [6, 9), [11, 14), [2, 7), [1, 7), [12, 20), [7, 12) , [13, 19) }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0" i="0" lang="en-GB" sz="20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Find the </a:t>
            </a:r>
            <a:r>
              <a:rPr b="1" i="0" lang="en-GB" sz="20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maximum number of trains </a:t>
            </a:r>
            <a:r>
              <a:rPr b="0" i="0" lang="en-GB" sz="20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that can use the platform without any collision by using </a:t>
            </a:r>
            <a:r>
              <a:rPr b="0" i="1" lang="en-GB" sz="20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earliest departure time</a:t>
            </a:r>
            <a:r>
              <a:rPr b="0" i="0" lang="en-GB" sz="2000" u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. 	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0" sz="3600" u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Practice problems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604934" y="1483567"/>
            <a:ext cx="11207620" cy="470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GB" sz="2400">
                <a:latin typeface="Lucida Sans"/>
                <a:ea typeface="Lucida Sans"/>
                <a:cs typeface="Lucida Sans"/>
                <a:sym typeface="Lucida Sans"/>
              </a:rPr>
              <a:t>5. </a:t>
            </a:r>
            <a:r>
              <a:rPr b="0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You are given an array 𝐴 of length 𝑁. In one move, select an integer 𝑋 and do one of the following operations: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Choose one index 𝑖(1&lt;=𝑖&lt;=𝑁) such that |𝐴[𝑖]−𝑋|&lt;=1 and remove 𝐴[𝑖].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Choose two indices 𝑖 and 𝑗(1&lt;=𝑖,𝑗&lt;=𝑁,𝑖≠𝑗) such that |𝐴[𝑖]−𝑋|&lt;=1 and |𝐴[𝑗]−𝑋|&lt;=1 and remove 𝐴[𝑖] and 𝐴[𝑗] from the array.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Find the minimum number of moves required to make the array empty.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highlight>
                <a:srgbClr val="FFFFFF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GB" sz="20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Sample input: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GB" sz="16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A[]={1 3 5 9} output: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0" i="0" lang="en-GB" sz="16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you can choose X = 4, then remove A[1] and A[2]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0" i="0" lang="en-GB" sz="16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you can choose X = 1, then remove A[0]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0" i="0" lang="en-GB" sz="16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you can choose X = 9, then remove A[3]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>
              <a:highlight>
                <a:srgbClr val="FFFFFF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>
              <a:highlight>
                <a:srgbClr val="FFFFFF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>
              <a:highlight>
                <a:srgbClr val="FFFFFF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0" sz="3200" u="none" strike="noStrike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ucida Sans"/>
              <a:buNone/>
            </a:pPr>
            <a:r>
              <a:rPr lang="en-GB">
                <a:latin typeface="Lucida Sans"/>
                <a:ea typeface="Lucida Sans"/>
                <a:cs typeface="Lucida Sans"/>
                <a:sym typeface="Lucida Sans"/>
              </a:rPr>
              <a:t>Practice problems</a:t>
            </a:r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604934" y="1483567"/>
            <a:ext cx="11207620" cy="4702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GB">
                <a:latin typeface="Lucida Sans"/>
                <a:ea typeface="Lucida Sans"/>
                <a:cs typeface="Lucida Sans"/>
                <a:sym typeface="Lucida Sans"/>
              </a:rPr>
              <a:t>6. </a:t>
            </a:r>
            <a:r>
              <a:rPr lang="en-GB" sz="2400">
                <a:latin typeface="Lucida Sans"/>
                <a:ea typeface="Lucida Sans"/>
                <a:cs typeface="Lucida Sans"/>
                <a:sym typeface="Lucida Sans"/>
              </a:rPr>
              <a:t>Given the arrival and the departure times (in minutes) of 8 trains for a railway platform, find out the maximum number of trains that can use that platform without any collision, using a greedy algorithm. There must exist at least 10 minutes of safety break between the departure of one train and arrival of the next one.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latin typeface="Lucida Sans"/>
                <a:ea typeface="Lucida Sans"/>
                <a:cs typeface="Lucida Sans"/>
                <a:sym typeface="Lucida Sans"/>
              </a:rPr>
              <a:t>[1000, 1030], [840, 1030], [850, 1040], [1700, 2000], [800, 835], [1300, 1800], [1500, 1650], [1200, 1380]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>
                <a:highlight>
                  <a:srgbClr val="FFFFFF"/>
                </a:highlight>
                <a:latin typeface="Lucida Sans"/>
                <a:ea typeface="Lucida Sans"/>
                <a:cs typeface="Lucida Sans"/>
                <a:sym typeface="Lucida Sans"/>
              </a:rPr>
              <a:t>You must print the selected trains.</a:t>
            </a:r>
            <a:endParaRPr b="0" i="0" sz="2400">
              <a:highlight>
                <a:srgbClr val="FFFFFF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>
              <a:highlight>
                <a:srgbClr val="FFFFFF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>
              <a:highlight>
                <a:srgbClr val="FFFFFF"/>
              </a:highlight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0" sz="3600" u="none" strike="noStrike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2024-07-05T14:27:00Z</dcterms:created>
  <dc:creator>1705040 - Umama Rahman</dc:creator>
</cp:coreProperties>
</file>